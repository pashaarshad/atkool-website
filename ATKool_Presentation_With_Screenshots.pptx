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ATKool Platform Walkthrough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86325"/>
            <a:ext cx="9144000" cy="274320"/>
          </a:xfrm>
          <a:prstGeom prst="rect">
            <a:avLst/>
          </a:prstGeom>
          <a:solidFill>
            <a:srgbClr val="1E293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338CA"/>
                </a:solidFill>
              </a:rPr>
              <a:t>ATKool: Next-Generation School Management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Super Admin Login</a:t>
            </a:r>
            <a:endParaRPr lang="en-US" sz="2400" dirty="0"/>
          </a:p>
        </p:txBody>
      </p:sp>
      <p:pic>
        <p:nvPicPr>
          <p:cNvPr id="3" name="Image 0" descr="D:\Internship\Atkool as Agents folder\atkool-website\screenshots\1_sa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046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Super Admin Dashboard</a:t>
            </a:r>
            <a:endParaRPr lang="en-US" sz="2400" dirty="0"/>
          </a:p>
        </p:txBody>
      </p:sp>
      <p:pic>
        <p:nvPicPr>
          <p:cNvPr id="3" name="Image 0" descr="D:\Internship\Atkool as Agents folder\atkool-website\screenshots\2_sa_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046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Schools Management</a:t>
            </a:r>
            <a:endParaRPr lang="en-US" sz="2400" dirty="0"/>
          </a:p>
        </p:txBody>
      </p:sp>
      <p:pic>
        <p:nvPicPr>
          <p:cNvPr id="3" name="Image 0" descr="D:\Internship\Atkool as Agents folder\atkool-website\screenshots\3_sa_sch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046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Creating a New School</a:t>
            </a:r>
            <a:endParaRPr lang="en-US" sz="2400" dirty="0"/>
          </a:p>
        </p:txBody>
      </p:sp>
      <p:pic>
        <p:nvPicPr>
          <p:cNvPr id="3" name="Image 0" descr="D:\Internship\Atkool as Agents folder\atkool-website\screenshots\4_sa_add_sch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046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School Admin Login</a:t>
            </a:r>
            <a:endParaRPr lang="en-US" sz="2400" dirty="0"/>
          </a:p>
        </p:txBody>
      </p:sp>
      <p:pic>
        <p:nvPicPr>
          <p:cNvPr id="3" name="Image 0" descr="D:\Internship\Atkool as Agents folder\atkool-website\screenshots\5_school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804672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2026-05-08T03:13:35Z</dcterms:created>
  <dcterms:modified xsi:type="dcterms:W3CDTF">2026-05-08T03:13:35Z</dcterms:modified>
</cp:coreProperties>
</file>