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5028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CCDDE-0365-90B1-3FC8-F90EBFFD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6726B5-22F7-9F77-D6E3-EA831196F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5DFA48-1A3B-D835-7432-42E8863E0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4127C-FDE6-8CEB-771E-73BC52E7F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447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B097F-0C83-74F2-9C98-4E71697CA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B281A-F0B9-00EF-6B24-31FEF846F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676B03-36D7-467C-AA65-482653230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3C695-C1F7-FF3F-4F82-61BA9C593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891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ATKool School Management Platform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886325"/>
            <a:ext cx="9144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4937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Premium SaaS Presentation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1535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338CA"/>
                </a:solidFill>
              </a:rPr>
              <a:t>ATKool: Next-Generation School Management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7185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Comprehensive, intuitive, and designed to empower educational institutions.</a:t>
            </a:r>
            <a:endParaRPr lang="en-US" sz="1800" dirty="0"/>
          </a:p>
        </p:txBody>
      </p:sp>
      <p:pic>
        <p:nvPicPr>
          <p:cNvPr id="5" name="Picture 4" descr="ATKool">
            <a:extLst>
              <a:ext uri="{FF2B5EF4-FFF2-40B4-BE49-F238E27FC236}">
                <a16:creationId xmlns:a16="http://schemas.microsoft.com/office/drawing/2014/main" id="{A276382B-65CB-4325-8783-EB932D0ED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226" y="888154"/>
            <a:ext cx="1727200" cy="172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</a:rPr>
              <a:t>1. Super Admin Dashboard &amp; School Creation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184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</a:rPr>
              <a:t>• Complete platform visibility and analytics.
• Create new school instances with a few clicks.
• Manage pricing plans and onboarding securely.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27C80-759E-1897-2E4C-2BB6DE00F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270" y="1371599"/>
            <a:ext cx="5498209" cy="29117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</a:rPr>
              <a:t>2. School Admin Login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191407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</a:rPr>
              <a:t>• Secure entry for newly created schools.
• School admins log in using provided credentials.
• Beautiful, premium Royal Indigo interface.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690AD4-96AF-E091-6935-77FEE318F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930" y="960120"/>
            <a:ext cx="3389621" cy="36456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</a:rPr>
              <a:t>3. School Admin Dashboard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10732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</a:rPr>
              <a:t>• High-level overview of daily operations.
• Real-time stats: Students, Teachers, Pending Approvals.
• Quick access links for rapid navigation.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1CDB01-EFDD-EE23-805C-AA7CEA61A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607" y="1188720"/>
            <a:ext cx="6383770" cy="3321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</a:rPr>
              <a:t>4. Managing People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981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34155"/>
                </a:solidFill>
              </a:rPr>
              <a:t>Teachers &amp; Students Module:
</a:t>
            </a:r>
            <a:r>
              <a:rPr lang="en-US" sz="1600" dirty="0">
                <a:solidFill>
                  <a:srgbClr val="334155"/>
                </a:solidFill>
              </a:rPr>
              <a:t>• Directory listing with status indicators.
• Add, edit, or approve pending requests easily.
• Professional table designs with smooth interactions.</a:t>
            </a:r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F7D2C6-0BA0-14AD-2FA1-3AA6EB253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567" y="1371600"/>
            <a:ext cx="6127233" cy="24786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5BA82-9DA3-24DE-57B9-7D2AC16D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AC7E74E-2D55-C219-E721-E7F9C3D7C87A}"/>
              </a:ext>
            </a:extLst>
          </p:cNvPr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Teacher Portal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E9B19F-20E7-12F1-27C7-ACFF14045F9F}"/>
              </a:ext>
            </a:extLst>
          </p:cNvPr>
          <p:cNvSpPr/>
          <p:nvPr/>
        </p:nvSpPr>
        <p:spPr>
          <a:xfrm>
            <a:off x="457200" y="1371600"/>
            <a:ext cx="1981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5A9080-3325-FD77-FFDC-552AF1630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5981" y="1028700"/>
            <a:ext cx="4617580" cy="3535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97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F1351-6AEF-59B0-14FF-FD5273E9E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71E2010-209A-E6F7-042D-5F82A5284336}"/>
              </a:ext>
            </a:extLst>
          </p:cNvPr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b="1" dirty="0"/>
              <a:t>Teacher Portal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DB4B78-03E5-EDEB-9C03-EA051EDCDC56}"/>
              </a:ext>
            </a:extLst>
          </p:cNvPr>
          <p:cNvSpPr/>
          <p:nvPr/>
        </p:nvSpPr>
        <p:spPr>
          <a:xfrm>
            <a:off x="457200" y="1371600"/>
            <a:ext cx="1981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9BFA13-6E62-61E4-708B-3AFFE0A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479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37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337D2F-832F-A885-25AB-E8744EC22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848"/>
            <a:ext cx="9144000" cy="481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740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5BE0-DDDB-0558-0F77-B8666183D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F485BDD-A16B-9ECC-793A-E2750E21C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941" y="788276"/>
            <a:ext cx="2274207" cy="402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782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85F48-5E34-0198-A17A-E2DAD85C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C892AA-E492-4BF8-1101-243C9A9E4CAF}"/>
              </a:ext>
            </a:extLst>
          </p:cNvPr>
          <p:cNvSpPr txBox="1"/>
          <p:nvPr/>
        </p:nvSpPr>
        <p:spPr>
          <a:xfrm>
            <a:off x="-1087821" y="7244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IN" b="1" i="0" dirty="0">
                <a:solidFill>
                  <a:srgbClr val="0F172A"/>
                </a:solidFill>
                <a:effectLst/>
                <a:latin typeface="Inter"/>
              </a:rPr>
              <a:t>Parent Portal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2062F8-C0DA-4A31-14F7-8AED73994C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93" y="827875"/>
            <a:ext cx="3807348" cy="392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696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6BBEF-72C8-EB2F-C798-8BEC6920E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27C4B0-77D1-331E-3572-91E3BC35F464}"/>
              </a:ext>
            </a:extLst>
          </p:cNvPr>
          <p:cNvSpPr txBox="1"/>
          <p:nvPr/>
        </p:nvSpPr>
        <p:spPr>
          <a:xfrm>
            <a:off x="-1087821" y="7244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IN" b="1" i="0" dirty="0">
                <a:solidFill>
                  <a:srgbClr val="0F172A"/>
                </a:solidFill>
                <a:effectLst/>
                <a:latin typeface="Inter"/>
              </a:rPr>
              <a:t>Parent Portal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3E17AE-08FB-4F66-EA44-0C091FC66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1446"/>
            <a:ext cx="9144000" cy="216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868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1202-0F98-D1E4-E111-65A5E5A0A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EDB65D-0A9A-50D5-C0ED-0CE3B9C8E1AF}"/>
              </a:ext>
            </a:extLst>
          </p:cNvPr>
          <p:cNvSpPr txBox="1"/>
          <p:nvPr/>
        </p:nvSpPr>
        <p:spPr>
          <a:xfrm>
            <a:off x="-1087821" y="72447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en-IN" b="1" i="0" dirty="0">
                <a:solidFill>
                  <a:srgbClr val="0F172A"/>
                </a:solidFill>
                <a:effectLst/>
                <a:latin typeface="Inter"/>
              </a:rPr>
              <a:t>Parent Portal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E7B5B6-9370-B940-FD34-C62958A5A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93" y="827875"/>
            <a:ext cx="3807348" cy="39267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FEC397-A9B6-C1D7-0437-2E0357119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933"/>
            <a:ext cx="9144000" cy="480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383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171</Words>
  <Application>Microsoft Office PowerPoint</Application>
  <PresentationFormat>On-screen Show (16:9)</PresentationFormat>
  <Paragraphs>22</Paragraphs>
  <Slides>12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Arshad Pasha</cp:lastModifiedBy>
  <cp:revision>3</cp:revision>
  <dcterms:created xsi:type="dcterms:W3CDTF">2026-05-08T02:23:44Z</dcterms:created>
  <dcterms:modified xsi:type="dcterms:W3CDTF">2026-05-08T03:18:06Z</dcterms:modified>
</cp:coreProperties>
</file>