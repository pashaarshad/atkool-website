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02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ATKool School Management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86325"/>
            <a:ext cx="914400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Premium SaaS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15354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338CA"/>
                </a:solidFill>
              </a:rPr>
              <a:t>ATKool: Next-Generation School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718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Comprehensive, intuitive, and designed to empower educational institutions.</a:t>
            </a:r>
            <a:endParaRPr lang="en-US" sz="1800" dirty="0"/>
          </a:p>
        </p:txBody>
      </p:sp>
      <p:pic>
        <p:nvPicPr>
          <p:cNvPr id="5" name="Picture 4" descr="ATKool">
            <a:extLst>
              <a:ext uri="{FF2B5EF4-FFF2-40B4-BE49-F238E27FC236}">
                <a16:creationId xmlns:a16="http://schemas.microsoft.com/office/drawing/2014/main" id="{A276382B-65CB-4325-8783-EB932D0ED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226" y="888154"/>
            <a:ext cx="1727200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 Super Admin Dashboard &amp; School Creation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184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Complete platform visibility and analytics.
• Create new school instances with a few clicks.
• Manage pricing plans and onboarding securely.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27C80-759E-1897-2E4C-2BB6DE00F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270" y="1371599"/>
            <a:ext cx="5498209" cy="2911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2. School Admin Login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191407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Secure entry for newly created schools.
• School admins log in using provided credentials.
• Beautiful, premium Royal Indigo interface.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690AD4-96AF-E091-6935-77FEE318F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930" y="960120"/>
            <a:ext cx="3389621" cy="36456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3. School Admin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1073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• High-level overview of daily operations.
• Real-time stats: Students, Teachers, Pending Approvals.
• Quick access links for rapid navigation.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1CDB01-EFDD-EE23-805C-AA7CEA61A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607" y="1188720"/>
            <a:ext cx="6383770" cy="3321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4. Managing People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981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</a:rPr>
              <a:t>Teachers &amp; Students Module:
</a:t>
            </a:r>
            <a:r>
              <a:rPr lang="en-US" sz="1600" dirty="0">
                <a:solidFill>
                  <a:srgbClr val="334155"/>
                </a:solidFill>
              </a:rPr>
              <a:t>• Directory listing with status indicators.
• Add, edit, or approve pending requests easily.
• Professional table designs with smooth interactions.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7D2C6-0BA0-14AD-2FA1-3AA6EB253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567" y="1371600"/>
            <a:ext cx="6127233" cy="24786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159</Words>
  <Application>Microsoft Office PowerPoint</Application>
  <PresentationFormat>On-screen Show (16:9)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Arshad Pasha</cp:lastModifiedBy>
  <cp:revision>2</cp:revision>
  <dcterms:created xsi:type="dcterms:W3CDTF">2026-05-08T02:23:44Z</dcterms:created>
  <dcterms:modified xsi:type="dcterms:W3CDTF">2026-05-08T02:59:05Z</dcterms:modified>
</cp:coreProperties>
</file>